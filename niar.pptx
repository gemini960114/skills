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4"/>
  </p:sldMasterIdLst>
  <p:notesMasterIdLst>
    <p:notesMasterId r:id="rId14"/>
  </p:notesMasterIdLst>
  <p:handoutMasterIdLst>
    <p:handoutMasterId r:id="rId15"/>
  </p:handoutMasterIdLst>
  <p:sldIdLst>
    <p:sldId id="280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B9141B"/>
    <a:srgbClr val="91001F"/>
    <a:srgbClr val="E8E8E8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8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3E7E6F7-EC69-48AC-CD69-2867F37C97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9FD3574-CF6B-276A-B13A-DFD48646F6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altLang="zh-TW"/>
              <a:t>114</a:t>
            </a:r>
            <a:r>
              <a:rPr lang="zh-TW" altLang="en-US"/>
              <a:t>年</a:t>
            </a:r>
            <a:r>
              <a:rPr lang="en-US" altLang="zh-TW"/>
              <a:t>4</a:t>
            </a:r>
            <a:r>
              <a:rPr lang="zh-TW" altLang="en-US"/>
              <a:t>月</a:t>
            </a:r>
            <a:r>
              <a:rPr lang="en-US" altLang="zh-TW"/>
              <a:t>18</a:t>
            </a:r>
            <a:r>
              <a:rPr lang="zh-TW" altLang="en-US"/>
              <a:t>日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F9FEF01-7638-EBF0-DE16-AB08688D49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CBFE04-70CC-04C6-EA60-8D6492361C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C68A6-7916-4B4C-986C-B0838FE661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5300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altLang="zh-TW"/>
              <a:t>114</a:t>
            </a:r>
            <a:r>
              <a:rPr lang="zh-TW" altLang="en-US"/>
              <a:t>年</a:t>
            </a:r>
            <a:r>
              <a:rPr lang="en-US" altLang="zh-TW"/>
              <a:t>4</a:t>
            </a:r>
            <a:r>
              <a:rPr lang="zh-TW" altLang="en-US"/>
              <a:t>月</a:t>
            </a:r>
            <a:r>
              <a:rPr lang="en-US" altLang="zh-TW"/>
              <a:t>18</a:t>
            </a:r>
            <a:r>
              <a:rPr lang="zh-TW" altLang="en-US"/>
              <a:t>日</a:t>
            </a:r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FBE9F-C3EE-41E4-966D-8BAA528AE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66834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BC6A60-B56C-E322-85C8-A0F731606E77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2858946" y="3020731"/>
            <a:ext cx="8934691" cy="408269"/>
          </a:xfrm>
          <a:prstGeom prst="rect">
            <a:avLst/>
          </a:prstGeom>
        </p:spPr>
        <p:txBody>
          <a:bodyPr/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53C01E6E-5FFE-3849-891A-B57B3492E7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white">
          <a:xfrm>
            <a:off x="2859088" y="3611563"/>
            <a:ext cx="8934450" cy="73977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zh-TW" altLang="en-US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2359A945-0331-3839-825D-610F0A42A5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6779274" y="4491038"/>
            <a:ext cx="3206750" cy="53181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/>
              <a:t>OOO</a:t>
            </a:r>
            <a:r>
              <a:rPr lang="zh-TW" altLang="en-US"/>
              <a:t>單位</a:t>
            </a:r>
            <a:r>
              <a:rPr lang="en-US" altLang="zh-TW"/>
              <a:t>XXX</a:t>
            </a:r>
            <a:endParaRPr lang="zh-TW" altLang="en-US"/>
          </a:p>
        </p:txBody>
      </p:sp>
      <p:sp>
        <p:nvSpPr>
          <p:cNvPr id="4" name="文字版面配置區 8">
            <a:extLst>
              <a:ext uri="{FF2B5EF4-FFF2-40B4-BE49-F238E27FC236}">
                <a16:creationId xmlns:a16="http://schemas.microsoft.com/office/drawing/2014/main" id="{97027B45-F120-D917-C7E9-EE39BA8BC9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9986024" y="4491038"/>
            <a:ext cx="1807514" cy="531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中華民國</a:t>
            </a:r>
            <a:r>
              <a:rPr lang="en-US" altLang="zh-TW"/>
              <a:t>114</a:t>
            </a:r>
            <a:r>
              <a:rPr lang="zh-TW" altLang="en-US"/>
              <a:t>年</a:t>
            </a:r>
            <a:r>
              <a:rPr lang="en-US" altLang="zh-TW"/>
              <a:t>4</a:t>
            </a:r>
            <a:r>
              <a:rPr lang="zh-TW" altLang="en-US"/>
              <a:t>月</a:t>
            </a:r>
            <a:r>
              <a:rPr lang="en-US" altLang="zh-TW"/>
              <a:t>18</a:t>
            </a:r>
            <a:r>
              <a:rPr lang="zh-TW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7756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簡報大綱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6C30990-6937-6313-EF94-EA09613533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79" y="365125"/>
            <a:ext cx="3259237" cy="74604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簡報大綱</a:t>
            </a:r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DE77152C-C79C-68CF-20D9-A0F22D03844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1200" y="1539875"/>
            <a:ext cx="11187113" cy="4513263"/>
          </a:xfrm>
          <a:prstGeom prst="rect">
            <a:avLst/>
          </a:prstGeom>
        </p:spPr>
        <p:txBody>
          <a:bodyPr/>
          <a:lstStyle>
            <a:lvl1pPr marL="514350" indent="-514350">
              <a:lnSpc>
                <a:spcPct val="200000"/>
              </a:lnSpc>
              <a:buFont typeface="+mj-lt"/>
              <a:buAutoNum type="arabicPeriod"/>
              <a:defRPr sz="2400"/>
            </a:lvl1pPr>
          </a:lstStyle>
          <a:p>
            <a:pPr lvl="0"/>
            <a:r>
              <a:rPr lang="zh-TW" altLang="en-US"/>
              <a:t>目錄標題</a:t>
            </a:r>
            <a:endParaRPr lang="en-US" altLang="zh-TW"/>
          </a:p>
          <a:p>
            <a:pPr lvl="0"/>
            <a:r>
              <a:rPr lang="zh-TW" altLang="en-US"/>
              <a:t>目錄標題</a:t>
            </a:r>
            <a:endParaRPr lang="en-US" altLang="zh-TW"/>
          </a:p>
          <a:p>
            <a:pPr lvl="0"/>
            <a:r>
              <a:rPr lang="zh-TW" altLang="en-US"/>
              <a:t>目錄標題</a:t>
            </a:r>
            <a:endParaRPr lang="en-US" altLang="zh-TW"/>
          </a:p>
          <a:p>
            <a:pPr lvl="0"/>
            <a:r>
              <a:rPr lang="zh-TW" altLang="en-US"/>
              <a:t>目錄標題</a:t>
            </a:r>
            <a:endParaRPr lang="en-US" altLang="zh-TW"/>
          </a:p>
          <a:p>
            <a:pPr lvl="0"/>
            <a:r>
              <a:rPr lang="zh-TW" altLang="en-US"/>
              <a:t>目錄標題</a:t>
            </a:r>
            <a:endParaRPr lang="en-US" altLang="zh-TW"/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56B01898-F574-BB72-858A-A1E0186160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25641" y="2665051"/>
            <a:ext cx="862521" cy="3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pPr lvl="0"/>
            <a:fld id="{7C4E6377-2853-4CD4-9EBB-0FE6963743D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3" name="文字版面配置區 21">
            <a:extLst>
              <a:ext uri="{FF2B5EF4-FFF2-40B4-BE49-F238E27FC236}">
                <a16:creationId xmlns:a16="http://schemas.microsoft.com/office/drawing/2014/main" id="{5B705BE5-4765-3651-F3BF-16D0A87481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25641" y="1784893"/>
            <a:ext cx="862521" cy="3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pPr lvl="0"/>
            <a:fld id="{7C4E6377-2853-4CD4-9EBB-0FE6963743D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文字版面配置區 21">
            <a:extLst>
              <a:ext uri="{FF2B5EF4-FFF2-40B4-BE49-F238E27FC236}">
                <a16:creationId xmlns:a16="http://schemas.microsoft.com/office/drawing/2014/main" id="{ED67E28C-515E-BF98-D2BC-4939EFF665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25641" y="3545208"/>
            <a:ext cx="862521" cy="3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pPr lvl="0"/>
            <a:fld id="{7C4E6377-2853-4CD4-9EBB-0FE6963743D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5" name="文字版面配置區 21">
            <a:extLst>
              <a:ext uri="{FF2B5EF4-FFF2-40B4-BE49-F238E27FC236}">
                <a16:creationId xmlns:a16="http://schemas.microsoft.com/office/drawing/2014/main" id="{B9F11C1F-D225-42D6-DDBA-76F7BFC63E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25640" y="4425365"/>
            <a:ext cx="862521" cy="3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pPr lvl="0"/>
            <a:fld id="{7C4E6377-2853-4CD4-9EBB-0FE6963743D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6" name="文字版面配置區 21">
            <a:extLst>
              <a:ext uri="{FF2B5EF4-FFF2-40B4-BE49-F238E27FC236}">
                <a16:creationId xmlns:a16="http://schemas.microsoft.com/office/drawing/2014/main" id="{99FD7753-48C5-7F70-9473-9523143101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725640" y="5305522"/>
            <a:ext cx="862521" cy="3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/>
            </a:lvl1pPr>
          </a:lstStyle>
          <a:p>
            <a:pPr lvl="0"/>
            <a:fld id="{7C4E6377-2853-4CD4-9EBB-0FE6963743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54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頁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3FB9E1-0178-C34D-B602-FA2B9A5DF1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872154" y="2327642"/>
            <a:ext cx="6447692" cy="6382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第一部分</a:t>
            </a:r>
          </a:p>
        </p:txBody>
      </p:sp>
      <p:sp>
        <p:nvSpPr>
          <p:cNvPr id="5" name="文字版面配置區 4" descr="按一下以編輯母片樣式">
            <a:extLst>
              <a:ext uri="{FF2B5EF4-FFF2-40B4-BE49-F238E27FC236}">
                <a16:creationId xmlns:a16="http://schemas.microsoft.com/office/drawing/2014/main" id="{34D7FE08-3ED9-9F0C-CD9F-08461CD25D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white">
          <a:xfrm>
            <a:off x="1945298" y="3322881"/>
            <a:ext cx="8488363" cy="7444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solidFill>
                  <a:schemeClr val="bg1"/>
                </a:solidFill>
              </a:defRPr>
            </a:lvl1pPr>
          </a:lstStyle>
          <a:p>
            <a:pPr lvl="0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38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文字頁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FB9E26-3B7D-CB12-9887-1509B46D8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75" y="379634"/>
            <a:ext cx="7848600" cy="72512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CB7D0D-3C99-98A8-E0C2-38AAF14BD2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5175" y="1324707"/>
            <a:ext cx="3968750" cy="4689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CC9900"/>
                </a:solidFill>
              </a:defRPr>
            </a:lvl1pPr>
          </a:lstStyle>
          <a:p>
            <a:pPr lvl="0"/>
            <a:endParaRPr lang="zh-TW" alt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FCB2719A-BB5E-F2F5-F7DA-8F2C8C16A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5175" y="2051049"/>
            <a:ext cx="4835525" cy="3986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endParaRPr lang="zh-TW" altLang="en-US"/>
          </a:p>
        </p:txBody>
      </p:sp>
      <p:sp>
        <p:nvSpPr>
          <p:cNvPr id="17" name="文字版面配置區 6">
            <a:extLst>
              <a:ext uri="{FF2B5EF4-FFF2-40B4-BE49-F238E27FC236}">
                <a16:creationId xmlns:a16="http://schemas.microsoft.com/office/drawing/2014/main" id="{8B36731B-C221-CAAA-8780-A3F86449CD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9348" y="2059497"/>
            <a:ext cx="4835525" cy="3986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endParaRPr lang="zh-TW" altLang="en-US"/>
          </a:p>
        </p:txBody>
      </p:sp>
      <p:sp>
        <p:nvSpPr>
          <p:cNvPr id="18" name="文字版面配置區 3">
            <a:extLst>
              <a:ext uri="{FF2B5EF4-FFF2-40B4-BE49-F238E27FC236}">
                <a16:creationId xmlns:a16="http://schemas.microsoft.com/office/drawing/2014/main" id="{5CBB0745-2A86-5233-A25E-74377DBFC6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9348" y="1347664"/>
            <a:ext cx="3968750" cy="4689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CC9900"/>
                </a:solidFill>
              </a:defRPr>
            </a:lvl1pPr>
          </a:lstStyle>
          <a:p>
            <a:pPr lvl="0"/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B4B73B-9071-C9B6-5CDB-0F545A55DD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833" y="6332163"/>
            <a:ext cx="744367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A78A9AF-8851-9B41-AFE0-0416EC919FD2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947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文混合頁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CB99FD-0AFF-C8AB-59E0-AC4DAB8B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75" y="402005"/>
            <a:ext cx="7848600" cy="72512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id="{E4C6E9F7-8301-2309-D69B-E0ECB38B9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5175" y="1324707"/>
            <a:ext cx="3968750" cy="4689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CC9900"/>
                </a:solidFill>
              </a:defRPr>
            </a:lvl1pPr>
          </a:lstStyle>
          <a:p>
            <a:pPr lvl="0"/>
            <a:endParaRPr lang="zh-TW" altLang="en-US"/>
          </a:p>
        </p:txBody>
      </p:sp>
      <p:sp>
        <p:nvSpPr>
          <p:cNvPr id="4" name="文字版面配置區 6">
            <a:extLst>
              <a:ext uri="{FF2B5EF4-FFF2-40B4-BE49-F238E27FC236}">
                <a16:creationId xmlns:a16="http://schemas.microsoft.com/office/drawing/2014/main" id="{DC1DB12E-53CC-2D1F-39D7-C39B362EC0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5175" y="2051049"/>
            <a:ext cx="4835525" cy="3986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endParaRPr lang="zh-TW" altLang="en-US"/>
          </a:p>
        </p:txBody>
      </p:sp>
      <p:sp>
        <p:nvSpPr>
          <p:cNvPr id="6" name="圖片版面配置區 5">
            <a:extLst>
              <a:ext uri="{FF2B5EF4-FFF2-40B4-BE49-F238E27FC236}">
                <a16:creationId xmlns:a16="http://schemas.microsoft.com/office/drawing/2014/main" id="{B2728EDD-5A94-A5B9-5E4A-6F8A5B4B82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0" y="1323975"/>
            <a:ext cx="5546725" cy="4429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E610446A-E4B0-2844-0865-51337F0949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48599" y="5949950"/>
            <a:ext cx="1609725" cy="230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zh-TW" altLang="en-US"/>
              <a:t>圖文說明</a:t>
            </a:r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id="{7C6496D9-D874-D11A-7712-E8BA3AE69A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833" y="6332163"/>
            <a:ext cx="744367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A78A9AF-8851-9B41-AFE0-0416EC919FD2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00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圖頁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8784CB57-B8B2-F5A0-132E-94E46D2342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2914"/>
            <a:ext cx="7129463" cy="4981996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14" name="SmartArt 版面配置區 13">
            <a:extLst>
              <a:ext uri="{FF2B5EF4-FFF2-40B4-BE49-F238E27FC236}">
                <a16:creationId xmlns:a16="http://schemas.microsoft.com/office/drawing/2014/main" id="{588C64B2-4686-E5AB-F194-1ED31B06CDDF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 bwMode="invGray">
          <a:xfrm>
            <a:off x="5257799" y="6201093"/>
            <a:ext cx="1867853" cy="482600"/>
          </a:xfrm>
          <a:prstGeom prst="rect">
            <a:avLst/>
          </a:prstGeom>
          <a:solidFill>
            <a:srgbClr val="91001F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3FCB13F-85C7-24A5-A29A-D15BFE1B1A4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64580" y="365126"/>
            <a:ext cx="6974711" cy="665022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24442505-BC44-2F98-F411-36189284CEA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29463" y="1712913"/>
            <a:ext cx="5062537" cy="2430462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5E969A84-9987-B043-85CC-3DEC8E11A1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29463" y="4143375"/>
            <a:ext cx="5043487" cy="255153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版面配置區 7">
            <a:extLst>
              <a:ext uri="{FF2B5EF4-FFF2-40B4-BE49-F238E27FC236}">
                <a16:creationId xmlns:a16="http://schemas.microsoft.com/office/drawing/2014/main" id="{7E137CE7-8947-8BF2-BF62-75914835C8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5396885" y="6382488"/>
            <a:ext cx="1609725" cy="230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圖文說明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922B86E3-0482-6063-AA5E-AC6FD77A167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93833" y="6332163"/>
            <a:ext cx="744367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A78A9AF-8851-9B41-AFE0-0416EC919FD2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SmartArt 版面配置區 13">
            <a:extLst>
              <a:ext uri="{FF2B5EF4-FFF2-40B4-BE49-F238E27FC236}">
                <a16:creationId xmlns:a16="http://schemas.microsoft.com/office/drawing/2014/main" id="{16E20852-6B73-B0BE-A4BD-8FEEDB86B4B7}"/>
              </a:ext>
            </a:extLst>
          </p:cNvPr>
          <p:cNvSpPr>
            <a:spLocks noGrp="1"/>
          </p:cNvSpPr>
          <p:nvPr>
            <p:ph type="dgm" sz="quarter" idx="25"/>
          </p:nvPr>
        </p:nvSpPr>
        <p:spPr bwMode="invGray">
          <a:xfrm>
            <a:off x="10308770" y="6197069"/>
            <a:ext cx="1864179" cy="482600"/>
          </a:xfrm>
          <a:prstGeom prst="rect">
            <a:avLst/>
          </a:prstGeom>
          <a:solidFill>
            <a:srgbClr val="91001F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7E36B43D-C19C-8A13-E470-1AC24305A3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black">
          <a:xfrm>
            <a:off x="10444182" y="6378464"/>
            <a:ext cx="1609725" cy="230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圖文說明</a:t>
            </a:r>
          </a:p>
        </p:txBody>
      </p:sp>
      <p:sp>
        <p:nvSpPr>
          <p:cNvPr id="13" name="SmartArt 版面配置區 13">
            <a:extLst>
              <a:ext uri="{FF2B5EF4-FFF2-40B4-BE49-F238E27FC236}">
                <a16:creationId xmlns:a16="http://schemas.microsoft.com/office/drawing/2014/main" id="{DD2D3432-99FB-078C-7CEF-C70074C234B1}"/>
              </a:ext>
            </a:extLst>
          </p:cNvPr>
          <p:cNvSpPr>
            <a:spLocks noGrp="1"/>
          </p:cNvSpPr>
          <p:nvPr>
            <p:ph type="dgm" sz="quarter" idx="28"/>
          </p:nvPr>
        </p:nvSpPr>
        <p:spPr bwMode="invGray">
          <a:xfrm>
            <a:off x="10308770" y="3660775"/>
            <a:ext cx="1902280" cy="482600"/>
          </a:xfrm>
          <a:prstGeom prst="rect">
            <a:avLst/>
          </a:prstGeom>
          <a:solidFill>
            <a:srgbClr val="91001F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zh-TW" altLang="en-US"/>
          </a:p>
        </p:txBody>
      </p:sp>
      <p:sp>
        <p:nvSpPr>
          <p:cNvPr id="22" name="文字版面配置區 7">
            <a:extLst>
              <a:ext uri="{FF2B5EF4-FFF2-40B4-BE49-F238E27FC236}">
                <a16:creationId xmlns:a16="http://schemas.microsoft.com/office/drawing/2014/main" id="{D6BCE90A-3AB7-8036-CD33-5F60AF88E6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black">
          <a:xfrm>
            <a:off x="10482282" y="3842170"/>
            <a:ext cx="1609725" cy="230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圖文說明</a:t>
            </a:r>
          </a:p>
        </p:txBody>
      </p:sp>
    </p:spTree>
    <p:extLst>
      <p:ext uri="{BB962C8B-B14F-4D97-AF65-F5344CB8AC3E}">
        <p14:creationId xmlns:p14="http://schemas.microsoft.com/office/powerpoint/2010/main" val="96617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圖表頁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4519ECA-729B-5296-E32C-1A9A75D22E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6384" y="1930050"/>
            <a:ext cx="10681118" cy="4163929"/>
          </a:xfrm>
          <a:prstGeom prst="rect">
            <a:avLst/>
          </a:prstGeom>
        </p:spPr>
      </p:pic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3D033DD3-E7CA-0149-8156-94F875AEE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5" y="299099"/>
            <a:ext cx="7913915" cy="7552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endParaRPr lang="zh-TW" altLang="en-US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E4E3629A-AE67-BAFA-86E3-2635EBCAE0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384" y="1222830"/>
            <a:ext cx="4764616" cy="51362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CC9900"/>
                </a:solidFill>
              </a:defRPr>
            </a:lvl1pPr>
          </a:lstStyle>
          <a:p>
            <a:pPr lvl="0"/>
            <a:endParaRPr lang="zh-TW" altLang="en-US"/>
          </a:p>
        </p:txBody>
      </p: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53EC6D4C-7701-E475-40BB-774827CB7A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833" y="6332163"/>
            <a:ext cx="744367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BA78A9AF-8851-9B41-AFE0-0416EC919FD2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6120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429240" y="317178"/>
            <a:ext cx="7085013" cy="91440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/>
              <a:t>THANK</a:t>
            </a:r>
            <a:r>
              <a:rPr lang="zh-TW" altLang="en-US"/>
              <a:t> </a:t>
            </a:r>
            <a:r>
              <a:rPr lang="en-US" altLang="zh-TW"/>
              <a:t>YOU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 bwMode="white">
          <a:xfrm>
            <a:off x="429242" y="5999585"/>
            <a:ext cx="2257975" cy="54120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7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敬請指教</a:t>
            </a:r>
          </a:p>
        </p:txBody>
      </p:sp>
    </p:spTree>
    <p:extLst>
      <p:ext uri="{BB962C8B-B14F-4D97-AF65-F5344CB8AC3E}">
        <p14:creationId xmlns:p14="http://schemas.microsoft.com/office/powerpoint/2010/main" val="188612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0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59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67" r:id="rId7"/>
    <p:sldLayoutId id="2147483668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40C3CC38-279E-5DE5-08EF-C0D445F3C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310" y="449880"/>
            <a:ext cx="6620266" cy="595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9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A7B1AB-EAE7-21A7-B023-0EAEFA1A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CABA15-4815-5E7E-8025-370D338A1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04CE3E-B660-E69D-23DA-7A1F9D46C9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F9977C8-899C-B50A-D60E-0D07B038B0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81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DCE2B-6542-2A57-E9F0-D770F05D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105577-BD04-A24E-46FC-85B4B7BDF3A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1B7CFE-1ADF-773D-766D-4C3E11F5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FD169E7-2E60-AD5F-C9B9-94A7E7742E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BD64AA9-5285-91C6-3CB4-9A69A32D07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0BD9EF47-9A60-7A5B-4611-7D232CA7CE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9541A4A-4245-CFDD-FE49-64BF146E33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22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AEA0AA17-E36D-1A70-A634-900454EBE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C1B71A-127C-25B7-AC2B-4D5E2F04F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82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7718C6-06F0-C1BB-D94F-D7A624CA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895F59-60B5-402D-8B73-2E2858DCE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DB8599-1895-12CC-8595-87AE13A99D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F9036F7-810E-3B27-9E3E-DFAC1F067D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B6DC3D75-FAA4-6F70-6462-7B5FF337A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78BB2E-90B4-8E3D-1520-DB30F7BF08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78A9AF-8851-9B41-AFE0-0416EC919FD2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639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1BD6D-4F62-5E77-6748-B79E3553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A0970B-D69A-61CC-18D7-6C9BAE6020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496B245-A086-425C-F0A5-87F735C165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A3392034-279A-0ECE-1BB4-17473B9BEE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309CAC0-AE80-4DAA-004A-F731128881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AC3B3B-4A53-FF97-D9B0-54EC141479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78A9AF-8851-9B41-AFE0-0416EC919FD2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9955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圖片版面配置區 1">
            <a:extLst>
              <a:ext uri="{FF2B5EF4-FFF2-40B4-BE49-F238E27FC236}">
                <a16:creationId xmlns:a16="http://schemas.microsoft.com/office/drawing/2014/main" id="{8334FFD5-CC4B-1296-CBDA-18FDC56761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SmartArt 版面配置區 2">
            <a:extLst>
              <a:ext uri="{FF2B5EF4-FFF2-40B4-BE49-F238E27FC236}">
                <a16:creationId xmlns:a16="http://schemas.microsoft.com/office/drawing/2014/main" id="{8EF04EDD-BC79-06A9-C514-375B2081148B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C18C0DC-D71D-676C-3171-18FCE4E2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F4210862-7CCC-2854-0BB9-3DD3BD7D3D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圖片版面配置區 5">
            <a:extLst>
              <a:ext uri="{FF2B5EF4-FFF2-40B4-BE49-F238E27FC236}">
                <a16:creationId xmlns:a16="http://schemas.microsoft.com/office/drawing/2014/main" id="{A252C5E1-F01F-E711-BBBD-6F261D18A9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EB03034D-F74D-7F93-D9CF-5E355A6636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4AEECCF6-F214-7467-B298-8670894B9F5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A78A9AF-8851-9B41-AFE0-0416EC919FD2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9" name="SmartArt 版面配置區 8">
            <a:extLst>
              <a:ext uri="{FF2B5EF4-FFF2-40B4-BE49-F238E27FC236}">
                <a16:creationId xmlns:a16="http://schemas.microsoft.com/office/drawing/2014/main" id="{27BDDEAE-C274-4934-92F0-21C97CBE419C}"/>
              </a:ext>
            </a:extLst>
          </p:cNvPr>
          <p:cNvSpPr>
            <a:spLocks noGrp="1"/>
          </p:cNvSpPr>
          <p:nvPr>
            <p:ph type="dgm" sz="quarter" idx="2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49DA2B2E-8B2A-318C-03B5-FCC828C1D6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SmartArt 版面配置區 10">
            <a:extLst>
              <a:ext uri="{FF2B5EF4-FFF2-40B4-BE49-F238E27FC236}">
                <a16:creationId xmlns:a16="http://schemas.microsoft.com/office/drawing/2014/main" id="{70422C0A-4ADD-CF0C-E0D5-E7EDC4B67778}"/>
              </a:ext>
            </a:extLst>
          </p:cNvPr>
          <p:cNvSpPr>
            <a:spLocks noGrp="1"/>
          </p:cNvSpPr>
          <p:nvPr>
            <p:ph type="dgm" sz="quarter" idx="28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9CCE0598-5C6A-CDEF-D37D-77591042915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557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59B07B2A-71FB-894E-08E4-D9DD02B36B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E5FDAE-25E7-6F77-B6B4-4704E45851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394017-8C61-02AE-C4AE-E6429D0CAF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78A9AF-8851-9B41-AFE0-0416EC919FD2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1576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916960-EB8E-1BC3-3F2C-8EE24892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479742-9779-1406-32D8-2672BED7E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2894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ew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6D8EF31101384AAB2D35964546127A" ma:contentTypeVersion="13" ma:contentTypeDescription="Create a new document." ma:contentTypeScope="" ma:versionID="48db07ddde66ee92a70b8d7b09233b06">
  <xsd:schema xmlns:xsd="http://www.w3.org/2001/XMLSchema" xmlns:xs="http://www.w3.org/2001/XMLSchema" xmlns:p="http://schemas.microsoft.com/office/2006/metadata/properties" xmlns:ns2="a3802bbd-e448-4440-8761-0cd7a662c1b7" xmlns:ns3="51024f50-59b9-43a2-a296-e8848451a704" targetNamespace="http://schemas.microsoft.com/office/2006/metadata/properties" ma:root="true" ma:fieldsID="92f43ac1af67c9300cf6813ee22aef3d" ns2:_="" ns3:_="">
    <xsd:import namespace="a3802bbd-e448-4440-8761-0cd7a662c1b7"/>
    <xsd:import namespace="51024f50-59b9-43a2-a296-e8848451a7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802bbd-e448-4440-8761-0cd7a662c1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a8083cd-7cb5-4c89-82c6-49b3fc509f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024f50-59b9-43a2-a296-e8848451a70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4c9ac28-c393-44c3-96ad-77c50b9e5323}" ma:internalName="TaxCatchAll" ma:showField="CatchAllData" ma:web="51024f50-59b9-43a2-a296-e8848451a7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024f50-59b9-43a2-a296-e8848451a704" xsi:nil="true"/>
    <lcf76f155ced4ddcb4097134ff3c332f xmlns="a3802bbd-e448-4440-8761-0cd7a662c1b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C2D99CA-9D7F-4903-8E9C-EEE312FD8B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802bbd-e448-4440-8761-0cd7a662c1b7"/>
    <ds:schemaRef ds:uri="51024f50-59b9-43a2-a296-e8848451a7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4B7322-371E-411B-87B4-A6060C5B1F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62BAF8-4A85-4794-9480-2ABEFABDC971}">
  <ds:schemaRefs>
    <ds:schemaRef ds:uri="http://schemas.microsoft.com/office/2006/metadata/properties"/>
    <ds:schemaRef ds:uri="http://schemas.microsoft.com/office/infopath/2007/PartnerControls"/>
    <ds:schemaRef ds:uri="51024f50-59b9-43a2-a296-e8848451a704"/>
    <ds:schemaRef ds:uri="a3802bbd-e448-4440-8761-0cd7a662c1b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4</Words>
  <Application>Microsoft Office PowerPoint</Application>
  <PresentationFormat>寬螢幕</PresentationFormat>
  <Paragraphs>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李科瑩</dc:creator>
  <cp:lastModifiedBy>莊朝鈞</cp:lastModifiedBy>
  <cp:revision>6</cp:revision>
  <cp:lastPrinted>2025-04-18T06:27:38Z</cp:lastPrinted>
  <dcterms:created xsi:type="dcterms:W3CDTF">2025-04-16T08:08:02Z</dcterms:created>
  <dcterms:modified xsi:type="dcterms:W3CDTF">2026-05-03T04:35:38Z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0x010100676D8EF31101384AAB2D35964546127A</vt:lpwstr>
  </property>
  <property fmtid="{D5CDD505-2E9C-101B-9397-08002B2CF9AE}" pid="3" name="MediaServiceImageTags">
    <vt:lpwstr/>
  </property>
</Properties>
</file>